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2" r:id="rId1"/>
  </p:sldMasterIdLst>
  <p:notesMasterIdLst>
    <p:notesMasterId r:id="rId16"/>
  </p:notesMasterIdLst>
  <p:sldIdLst>
    <p:sldId id="256" r:id="rId2"/>
    <p:sldId id="266" r:id="rId3"/>
    <p:sldId id="263" r:id="rId4"/>
    <p:sldId id="257" r:id="rId5"/>
    <p:sldId id="258" r:id="rId6"/>
    <p:sldId id="259" r:id="rId7"/>
    <p:sldId id="260" r:id="rId8"/>
    <p:sldId id="261" r:id="rId9"/>
    <p:sldId id="262" r:id="rId10"/>
    <p:sldId id="264" r:id="rId11"/>
    <p:sldId id="265" r:id="rId12"/>
    <p:sldId id="268" r:id="rId13"/>
    <p:sldId id="269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100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31706D-242A-487D-A30D-C69B0CA20F2E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EF7EC0-4F5F-41B5-A5E4-706F0272A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341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EF7EC0-4F5F-41B5-A5E4-706F0272A19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263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36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942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642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220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135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994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800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187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000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87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43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3643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7110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457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5870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27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756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855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  <p:sldLayoutId id="2147483864" r:id="rId12"/>
    <p:sldLayoutId id="2147483865" r:id="rId13"/>
    <p:sldLayoutId id="2147483866" r:id="rId14"/>
    <p:sldLayoutId id="2147483867" r:id="rId15"/>
    <p:sldLayoutId id="2147483868" r:id="rId16"/>
    <p:sldLayoutId id="214748386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284" y="1828800"/>
            <a:ext cx="3330430" cy="3162650"/>
          </a:xfrm>
        </p:spPr>
        <p:txBody>
          <a:bodyPr>
            <a:normAutofit/>
          </a:bodyPr>
          <a:lstStyle/>
          <a:p>
            <a:r>
              <a:rPr b="1" dirty="0"/>
              <a:t>Space Battle </a:t>
            </a:r>
            <a:r>
              <a:rPr b="1" dirty="0" smtClean="0"/>
              <a:t>Game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200"/>
            <a:ext cx="7440719" cy="3408261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00" b="1" dirty="0" smtClean="0">
                <a:solidFill>
                  <a:schemeClr val="tx1"/>
                </a:solidFill>
              </a:rPr>
              <a:t>Group Member</a:t>
            </a:r>
          </a:p>
          <a:p>
            <a:pPr marL="0" indent="0" algn="ctr">
              <a:buNone/>
            </a:pPr>
            <a:endParaRPr lang="en-US" sz="19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900" b="1" dirty="0" smtClean="0">
                <a:solidFill>
                  <a:schemeClr val="tx1"/>
                </a:solidFill>
              </a:rPr>
              <a:t>1.Md</a:t>
            </a:r>
            <a:r>
              <a:rPr lang="en-US" sz="1900" b="1" dirty="0" smtClean="0">
                <a:solidFill>
                  <a:schemeClr val="tx1"/>
                </a:solidFill>
              </a:rPr>
              <a:t>. </a:t>
            </a:r>
            <a:r>
              <a:rPr lang="en-US" sz="1900" b="1" dirty="0" err="1" smtClean="0">
                <a:solidFill>
                  <a:schemeClr val="tx1"/>
                </a:solidFill>
              </a:rPr>
              <a:t>Tajul</a:t>
            </a:r>
            <a:r>
              <a:rPr lang="en-US" sz="1900" b="1" dirty="0" smtClean="0">
                <a:solidFill>
                  <a:schemeClr val="tx1"/>
                </a:solidFill>
              </a:rPr>
              <a:t> </a:t>
            </a:r>
            <a:r>
              <a:rPr lang="en-US" sz="1900" b="1" dirty="0" err="1" smtClean="0">
                <a:solidFill>
                  <a:schemeClr val="tx1"/>
                </a:solidFill>
              </a:rPr>
              <a:t>Sifat</a:t>
            </a:r>
            <a:r>
              <a:rPr lang="en-US" sz="1900" b="1" dirty="0" smtClean="0">
                <a:solidFill>
                  <a:schemeClr val="tx1"/>
                </a:solidFill>
              </a:rPr>
              <a:t> (</a:t>
            </a:r>
            <a:r>
              <a:rPr lang="en-US" sz="1900" b="1" dirty="0" smtClean="0">
                <a:solidFill>
                  <a:schemeClr val="tx1"/>
                </a:solidFill>
              </a:rPr>
              <a:t>2252081166)</a:t>
            </a:r>
          </a:p>
          <a:p>
            <a:pPr marL="0" indent="0">
              <a:buNone/>
            </a:pPr>
            <a:r>
              <a:rPr lang="en-US" sz="2100" b="1" dirty="0" smtClean="0">
                <a:solidFill>
                  <a:schemeClr val="tx1"/>
                </a:solidFill>
              </a:rPr>
              <a:t>2.Bishal </a:t>
            </a:r>
            <a:r>
              <a:rPr lang="en-US" sz="2100" b="1" dirty="0" err="1" smtClean="0">
                <a:solidFill>
                  <a:schemeClr val="tx1"/>
                </a:solidFill>
              </a:rPr>
              <a:t>Sarker</a:t>
            </a:r>
            <a:r>
              <a:rPr lang="en-US" sz="2100" b="1" dirty="0" smtClean="0">
                <a:solidFill>
                  <a:schemeClr val="tx1"/>
                </a:solidFill>
              </a:rPr>
              <a:t> (</a:t>
            </a:r>
            <a:r>
              <a:rPr lang="en-US" sz="2100" b="1" dirty="0" smtClean="0">
                <a:solidFill>
                  <a:schemeClr val="tx1"/>
                </a:solidFill>
              </a:rPr>
              <a:t>2252081190)</a:t>
            </a:r>
          </a:p>
          <a:p>
            <a:pPr marL="0" indent="0">
              <a:buNone/>
            </a:pPr>
            <a:r>
              <a:rPr lang="en-US" sz="2100" b="1" dirty="0" smtClean="0">
                <a:solidFill>
                  <a:schemeClr val="tx1"/>
                </a:solidFill>
              </a:rPr>
              <a:t>3. </a:t>
            </a:r>
            <a:r>
              <a:rPr lang="en-US" sz="2100" b="1" dirty="0" smtClean="0">
                <a:solidFill>
                  <a:schemeClr val="tx1"/>
                </a:solidFill>
              </a:rPr>
              <a:t>SM </a:t>
            </a:r>
            <a:r>
              <a:rPr lang="en-US" sz="2100" b="1" dirty="0" err="1" smtClean="0">
                <a:solidFill>
                  <a:schemeClr val="tx1"/>
                </a:solidFill>
              </a:rPr>
              <a:t>Fahim</a:t>
            </a:r>
            <a:r>
              <a:rPr lang="en-US" sz="2100" b="1" dirty="0" smtClean="0">
                <a:solidFill>
                  <a:schemeClr val="tx1"/>
                </a:solidFill>
              </a:rPr>
              <a:t> Faisal (</a:t>
            </a:r>
            <a:r>
              <a:rPr lang="en-US" sz="2100" b="1" dirty="0" smtClean="0">
                <a:solidFill>
                  <a:schemeClr val="tx1"/>
                </a:solidFill>
              </a:rPr>
              <a:t>2252081196</a:t>
            </a:r>
            <a:r>
              <a:rPr lang="en-US" sz="2100" b="1" dirty="0" smtClean="0">
                <a:solidFill>
                  <a:schemeClr val="tx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100" b="1" dirty="0" smtClean="0">
                <a:solidFill>
                  <a:schemeClr val="tx1"/>
                </a:solidFill>
              </a:rPr>
              <a:t>4. </a:t>
            </a:r>
            <a:r>
              <a:rPr lang="en-US" sz="2100" b="1" dirty="0" err="1" smtClean="0">
                <a:solidFill>
                  <a:schemeClr val="tx1"/>
                </a:solidFill>
              </a:rPr>
              <a:t>Limu</a:t>
            </a:r>
            <a:r>
              <a:rPr lang="en-US" sz="2100" b="1" dirty="0" smtClean="0">
                <a:solidFill>
                  <a:schemeClr val="tx1"/>
                </a:solidFill>
              </a:rPr>
              <a:t> (2252081209)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 algn="ctr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 </a:t>
            </a:r>
          </a:p>
          <a:p>
            <a:endParaRPr lang="en-US" b="1" dirty="0"/>
          </a:p>
          <a:p>
            <a:endParaRPr b="1" dirty="0"/>
          </a:p>
        </p:txBody>
      </p:sp>
      <p:sp>
        <p:nvSpPr>
          <p:cNvPr id="6" name="TextBox 5"/>
          <p:cNvSpPr txBox="1"/>
          <p:nvPr/>
        </p:nvSpPr>
        <p:spPr>
          <a:xfrm>
            <a:off x="864381" y="774005"/>
            <a:ext cx="663569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OOP Project</a:t>
            </a:r>
          </a:p>
          <a:p>
            <a:r>
              <a:rPr lang="en-US" sz="2800" dirty="0">
                <a:solidFill>
                  <a:schemeClr val="bg1"/>
                </a:solidFill>
              </a:rPr>
              <a:t>Team: The </a:t>
            </a:r>
            <a:r>
              <a:rPr lang="en-US" sz="2800" dirty="0" err="1">
                <a:solidFill>
                  <a:schemeClr val="bg1"/>
                </a:solidFill>
              </a:rPr>
              <a:t>Encapsulators</a:t>
            </a:r>
            <a:endParaRPr lang="en-US" sz="2800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and Objective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200"/>
            <a:ext cx="7541387" cy="3530600"/>
          </a:xfrm>
        </p:spPr>
        <p:txBody>
          <a:bodyPr>
            <a:normAutofit/>
          </a:bodyPr>
          <a:lstStyle/>
          <a:p>
            <a:r>
              <a:rPr lang="en-US" sz="1200" b="1" dirty="0" smtClean="0">
                <a:solidFill>
                  <a:schemeClr val="tx1"/>
                </a:solidFill>
              </a:rPr>
              <a:t>Introduction:</a:t>
            </a:r>
          </a:p>
          <a:p>
            <a:r>
              <a:rPr lang="en-US" sz="1200" b="1" dirty="0" smtClean="0">
                <a:solidFill>
                  <a:schemeClr val="tx1"/>
                </a:solidFill>
              </a:rPr>
              <a:t>“Space </a:t>
            </a:r>
            <a:r>
              <a:rPr lang="en-US" sz="1200" b="1" dirty="0">
                <a:solidFill>
                  <a:schemeClr val="tx1"/>
                </a:solidFill>
              </a:rPr>
              <a:t>Battle Game is a </a:t>
            </a:r>
            <a:r>
              <a:rPr lang="en-US" sz="1200" b="1" dirty="0" smtClean="0">
                <a:solidFill>
                  <a:schemeClr val="tx1"/>
                </a:solidFill>
              </a:rPr>
              <a:t> </a:t>
            </a:r>
            <a:r>
              <a:rPr lang="en-US" sz="1200" b="1" dirty="0">
                <a:solidFill>
                  <a:schemeClr val="tx1"/>
                </a:solidFill>
              </a:rPr>
              <a:t>console-based OOP game where players control a spaceship, explore planets, collect resources, fight aliens, and defeat the final boss</a:t>
            </a:r>
            <a:r>
              <a:rPr lang="en-US" sz="1200" b="1" dirty="0" smtClean="0">
                <a:solidFill>
                  <a:schemeClr val="tx1"/>
                </a:solidFill>
              </a:rPr>
              <a:t>.”</a:t>
            </a:r>
          </a:p>
          <a:p>
            <a:endParaRPr lang="en-US" sz="1200" b="1" dirty="0">
              <a:solidFill>
                <a:schemeClr val="tx1"/>
              </a:solidFill>
            </a:endParaRPr>
          </a:p>
          <a:p>
            <a:r>
              <a:rPr lang="en-US" sz="1200" b="1" dirty="0" smtClean="0">
                <a:solidFill>
                  <a:schemeClr val="tx1"/>
                </a:solidFill>
              </a:rPr>
              <a:t>Objective: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Make a simple game using C# and OOP. 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Use different </a:t>
            </a:r>
            <a:r>
              <a:rPr lang="en-US" sz="1200" b="1" dirty="0" err="1" smtClean="0">
                <a:solidFill>
                  <a:schemeClr val="tx1"/>
                </a:solidFill>
              </a:rPr>
              <a:t>oop</a:t>
            </a:r>
            <a:r>
              <a:rPr lang="en-US" sz="1200" b="1" dirty="0" smtClean="0">
                <a:solidFill>
                  <a:schemeClr val="tx1"/>
                </a:solidFill>
              </a:rPr>
              <a:t> concepts.</a:t>
            </a:r>
            <a:endParaRPr lang="en-US" sz="1200" b="1" dirty="0">
              <a:solidFill>
                <a:schemeClr val="tx1"/>
              </a:solidFill>
            </a:endParaRPr>
          </a:p>
          <a:p>
            <a:r>
              <a:rPr lang="en-US" sz="1200" b="1" dirty="0">
                <a:solidFill>
                  <a:schemeClr val="tx1"/>
                </a:solidFill>
              </a:rPr>
              <a:t>Explore planets and collect items. 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Fight aliens and defeat the boss. </a:t>
            </a:r>
          </a:p>
          <a:p>
            <a:endParaRPr lang="en-US" sz="1200" dirty="0" smtClean="0">
              <a:solidFill>
                <a:schemeClr val="tx1"/>
              </a:solidFill>
            </a:endParaRPr>
          </a:p>
          <a:p>
            <a:endParaRPr lang="en-US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Character (Abstract Class)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200" b="1" dirty="0">
                <a:solidFill>
                  <a:schemeClr val="tx1"/>
                </a:solidFill>
              </a:rPr>
              <a:t>Purpose: Base class for Player and Alien</a:t>
            </a:r>
          </a:p>
          <a:p>
            <a:endParaRPr sz="1200" b="1" dirty="0">
              <a:solidFill>
                <a:schemeClr val="tx1"/>
              </a:solidFill>
            </a:endParaRPr>
          </a:p>
          <a:p>
            <a:r>
              <a:rPr sz="1200" b="1" dirty="0">
                <a:solidFill>
                  <a:schemeClr val="tx1"/>
                </a:solidFill>
              </a:rPr>
              <a:t>Properties:</a:t>
            </a:r>
          </a:p>
          <a:p>
            <a:r>
              <a:rPr sz="1200" b="1" dirty="0">
                <a:solidFill>
                  <a:schemeClr val="tx1"/>
                </a:solidFill>
              </a:rPr>
              <a:t>• </a:t>
            </a:r>
            <a:r>
              <a:rPr sz="1200" b="1" dirty="0" smtClean="0">
                <a:solidFill>
                  <a:schemeClr val="tx1"/>
                </a:solidFill>
              </a:rPr>
              <a:t>Name</a:t>
            </a:r>
            <a:r>
              <a:rPr lang="en-US" sz="1200" b="1" dirty="0" smtClean="0">
                <a:solidFill>
                  <a:schemeClr val="tx1"/>
                </a:solidFill>
              </a:rPr>
              <a:t> ( name is used for player  name)</a:t>
            </a:r>
            <a:endParaRPr sz="1200" b="1" dirty="0">
              <a:solidFill>
                <a:schemeClr val="tx1"/>
              </a:solidFill>
            </a:endParaRPr>
          </a:p>
          <a:p>
            <a:r>
              <a:rPr sz="1200" b="1" dirty="0">
                <a:solidFill>
                  <a:schemeClr val="tx1"/>
                </a:solidFill>
              </a:rPr>
              <a:t>• </a:t>
            </a:r>
            <a:r>
              <a:rPr sz="1200" b="1" dirty="0" smtClean="0">
                <a:solidFill>
                  <a:schemeClr val="tx1"/>
                </a:solidFill>
              </a:rPr>
              <a:t>Health</a:t>
            </a:r>
            <a:r>
              <a:rPr lang="en-US" sz="1200" b="1" dirty="0" smtClean="0">
                <a:solidFill>
                  <a:schemeClr val="tx1"/>
                </a:solidFill>
              </a:rPr>
              <a:t> (health is used for player and alien health)</a:t>
            </a:r>
            <a:endParaRPr sz="1200" b="1" dirty="0">
              <a:solidFill>
                <a:schemeClr val="tx1"/>
              </a:solidFill>
            </a:endParaRPr>
          </a:p>
          <a:p>
            <a:endParaRPr sz="1200" b="1" dirty="0">
              <a:solidFill>
                <a:schemeClr val="tx1"/>
              </a:solidFill>
            </a:endParaRPr>
          </a:p>
          <a:p>
            <a:r>
              <a:rPr sz="1200" b="1" dirty="0">
                <a:solidFill>
                  <a:schemeClr val="tx1"/>
                </a:solidFill>
              </a:rPr>
              <a:t>Methods</a:t>
            </a:r>
            <a:r>
              <a:rPr sz="1200" b="1" dirty="0" smtClean="0">
                <a:solidFill>
                  <a:schemeClr val="tx1"/>
                </a:solidFill>
              </a:rPr>
              <a:t>:</a:t>
            </a:r>
            <a:endParaRPr lang="en-US" sz="1200" b="1" dirty="0" smtClean="0">
              <a:solidFill>
                <a:schemeClr val="tx1"/>
              </a:solidFill>
            </a:endParaRPr>
          </a:p>
          <a:p>
            <a:r>
              <a:rPr sz="1200" b="1" dirty="0" smtClean="0">
                <a:solidFill>
                  <a:schemeClr val="tx1"/>
                </a:solidFill>
              </a:rPr>
              <a:t> </a:t>
            </a:r>
            <a:r>
              <a:rPr sz="1200" b="1" dirty="0" err="1">
                <a:solidFill>
                  <a:schemeClr val="tx1"/>
                </a:solidFill>
              </a:rPr>
              <a:t>ShowInfo</a:t>
            </a:r>
            <a:r>
              <a:rPr sz="1200" b="1" dirty="0">
                <a:solidFill>
                  <a:schemeClr val="tx1"/>
                </a:solidFill>
              </a:rPr>
              <a:t>() </a:t>
            </a:r>
            <a:r>
              <a:rPr lang="en-US" sz="1200" b="1" dirty="0" smtClean="0">
                <a:solidFill>
                  <a:schemeClr val="tx1"/>
                </a:solidFill>
              </a:rPr>
              <a:t>–</a:t>
            </a:r>
            <a:r>
              <a:rPr sz="1200" b="1" dirty="0" smtClean="0">
                <a:solidFill>
                  <a:schemeClr val="tx1"/>
                </a:solidFill>
              </a:rPr>
              <a:t> Abstract</a:t>
            </a:r>
            <a:endParaRPr lang="en-US" sz="1200" b="1" dirty="0" smtClean="0">
              <a:solidFill>
                <a:schemeClr val="tx1"/>
              </a:solidFill>
            </a:endParaRPr>
          </a:p>
          <a:p>
            <a:r>
              <a:rPr lang="en-US" sz="1200" b="1" dirty="0" err="1" smtClean="0">
                <a:solidFill>
                  <a:schemeClr val="tx1"/>
                </a:solidFill>
              </a:rPr>
              <a:t>ShowInfo</a:t>
            </a:r>
            <a:r>
              <a:rPr lang="en-US" sz="1200" b="1" dirty="0" smtClean="0">
                <a:solidFill>
                  <a:schemeClr val="tx1"/>
                </a:solidFill>
              </a:rPr>
              <a:t> </a:t>
            </a:r>
            <a:r>
              <a:rPr lang="en-US" sz="1200" b="1" dirty="0">
                <a:solidFill>
                  <a:schemeClr val="tx1"/>
                </a:solidFill>
              </a:rPr>
              <a:t>is used to show character information,</a:t>
            </a:r>
            <a:endParaRPr sz="1200" b="1" dirty="0">
              <a:solidFill>
                <a:schemeClr val="tx1"/>
              </a:solidFill>
            </a:endParaRPr>
          </a:p>
          <a:p>
            <a:r>
              <a:rPr sz="1200" b="1" dirty="0" err="1" smtClean="0">
                <a:solidFill>
                  <a:schemeClr val="tx1"/>
                </a:solidFill>
              </a:rPr>
              <a:t>TakeDamage</a:t>
            </a:r>
            <a:r>
              <a:rPr sz="1200" b="1" dirty="0">
                <a:solidFill>
                  <a:schemeClr val="tx1"/>
                </a:solidFill>
              </a:rPr>
              <a:t>() </a:t>
            </a:r>
            <a:r>
              <a:rPr lang="en-US" sz="1200" b="1" dirty="0" smtClean="0">
                <a:solidFill>
                  <a:schemeClr val="tx1"/>
                </a:solidFill>
              </a:rPr>
              <a:t>–</a:t>
            </a:r>
            <a:r>
              <a:rPr sz="1200" b="1" dirty="0" smtClean="0">
                <a:solidFill>
                  <a:schemeClr val="tx1"/>
                </a:solidFill>
              </a:rPr>
              <a:t> Virtual</a:t>
            </a:r>
            <a:endParaRPr lang="en-US" sz="1200" b="1" dirty="0" smtClean="0">
              <a:solidFill>
                <a:schemeClr val="tx1"/>
              </a:solidFill>
            </a:endParaRPr>
          </a:p>
          <a:p>
            <a:r>
              <a:rPr lang="en-US" sz="1200" b="1" dirty="0" err="1">
                <a:solidFill>
                  <a:schemeClr val="tx1"/>
                </a:solidFill>
              </a:rPr>
              <a:t>TakeDamage</a:t>
            </a:r>
            <a:r>
              <a:rPr lang="en-US" sz="1200" b="1" dirty="0">
                <a:solidFill>
                  <a:schemeClr val="tx1"/>
                </a:solidFill>
              </a:rPr>
              <a:t> is used to reduce health.</a:t>
            </a:r>
            <a:endParaRPr sz="1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Player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199"/>
            <a:ext cx="7608499" cy="3886433"/>
          </a:xfrm>
        </p:spPr>
        <p:txBody>
          <a:bodyPr>
            <a:noAutofit/>
          </a:bodyPr>
          <a:lstStyle/>
          <a:p>
            <a:r>
              <a:rPr sz="1200" b="1" dirty="0">
                <a:solidFill>
                  <a:schemeClr val="tx1"/>
                </a:solidFill>
              </a:rPr>
              <a:t>Purpose: Represents the space </a:t>
            </a:r>
            <a:r>
              <a:rPr sz="1200" b="1" dirty="0" smtClean="0">
                <a:solidFill>
                  <a:schemeClr val="tx1"/>
                </a:solidFill>
              </a:rPr>
              <a:t>pilot</a:t>
            </a:r>
            <a:endParaRPr sz="1200" b="1" dirty="0">
              <a:solidFill>
                <a:schemeClr val="tx1"/>
              </a:solidFill>
            </a:endParaRPr>
          </a:p>
          <a:p>
            <a:r>
              <a:rPr sz="1200" b="1" dirty="0">
                <a:solidFill>
                  <a:schemeClr val="tx1"/>
                </a:solidFill>
              </a:rPr>
              <a:t>Properties:</a:t>
            </a:r>
          </a:p>
          <a:p>
            <a:r>
              <a:rPr sz="1200" b="1" dirty="0">
                <a:solidFill>
                  <a:schemeClr val="tx1"/>
                </a:solidFill>
              </a:rPr>
              <a:t>• </a:t>
            </a:r>
            <a:r>
              <a:rPr sz="1200" b="1" dirty="0" smtClean="0">
                <a:solidFill>
                  <a:schemeClr val="tx1"/>
                </a:solidFill>
              </a:rPr>
              <a:t>Name</a:t>
            </a:r>
            <a:r>
              <a:rPr lang="en-US" sz="1200" b="1" dirty="0" smtClean="0">
                <a:solidFill>
                  <a:schemeClr val="tx1"/>
                </a:solidFill>
              </a:rPr>
              <a:t> (</a:t>
            </a:r>
            <a:r>
              <a:rPr lang="en-US" sz="1200" b="1" dirty="0">
                <a:solidFill>
                  <a:schemeClr val="tx1"/>
                </a:solidFill>
              </a:rPr>
              <a:t>It stores the player's name</a:t>
            </a:r>
            <a:r>
              <a:rPr lang="en-US" sz="1200" b="1" dirty="0" smtClean="0">
                <a:solidFill>
                  <a:schemeClr val="tx1"/>
                </a:solidFill>
              </a:rPr>
              <a:t>)</a:t>
            </a:r>
            <a:endParaRPr sz="1200" b="1" dirty="0">
              <a:solidFill>
                <a:schemeClr val="tx1"/>
              </a:solidFill>
            </a:endParaRPr>
          </a:p>
          <a:p>
            <a:r>
              <a:rPr sz="1200" b="1" dirty="0">
                <a:solidFill>
                  <a:schemeClr val="tx1"/>
                </a:solidFill>
              </a:rPr>
              <a:t>• </a:t>
            </a:r>
            <a:r>
              <a:rPr sz="1200" b="1" dirty="0" smtClean="0">
                <a:solidFill>
                  <a:schemeClr val="tx1"/>
                </a:solidFill>
              </a:rPr>
              <a:t>Health</a:t>
            </a:r>
            <a:r>
              <a:rPr lang="en-US" sz="1200" b="1" dirty="0">
                <a:solidFill>
                  <a:schemeClr val="tx1"/>
                </a:solidFill>
              </a:rPr>
              <a:t> (It stores the player's </a:t>
            </a:r>
            <a:r>
              <a:rPr lang="en-US" sz="1200" b="1" dirty="0" smtClean="0">
                <a:solidFill>
                  <a:schemeClr val="tx1"/>
                </a:solidFill>
              </a:rPr>
              <a:t>health)</a:t>
            </a:r>
            <a:endParaRPr sz="1200" b="1" dirty="0">
              <a:solidFill>
                <a:schemeClr val="tx1"/>
              </a:solidFill>
            </a:endParaRPr>
          </a:p>
          <a:p>
            <a:r>
              <a:rPr sz="1200" b="1" dirty="0">
                <a:solidFill>
                  <a:schemeClr val="tx1"/>
                </a:solidFill>
              </a:rPr>
              <a:t>• </a:t>
            </a:r>
            <a:r>
              <a:rPr sz="1200" b="1" dirty="0" smtClean="0">
                <a:solidFill>
                  <a:schemeClr val="tx1"/>
                </a:solidFill>
              </a:rPr>
              <a:t>Spaceship</a:t>
            </a:r>
            <a:r>
              <a:rPr lang="en-US" sz="1200" b="1" dirty="0">
                <a:solidFill>
                  <a:schemeClr val="tx1"/>
                </a:solidFill>
              </a:rPr>
              <a:t> (It stores the player's </a:t>
            </a:r>
            <a:r>
              <a:rPr lang="en-US" sz="1200" b="1" dirty="0" smtClean="0">
                <a:solidFill>
                  <a:schemeClr val="tx1"/>
                </a:solidFill>
              </a:rPr>
              <a:t>spaceship)</a:t>
            </a:r>
            <a:endParaRPr sz="1200" b="1" dirty="0">
              <a:solidFill>
                <a:schemeClr val="tx1"/>
              </a:solidFill>
            </a:endParaRPr>
          </a:p>
          <a:p>
            <a:r>
              <a:rPr sz="1200" b="1" dirty="0">
                <a:solidFill>
                  <a:schemeClr val="tx1"/>
                </a:solidFill>
              </a:rPr>
              <a:t>• </a:t>
            </a:r>
            <a:r>
              <a:rPr sz="1200" b="1" dirty="0" smtClean="0">
                <a:solidFill>
                  <a:schemeClr val="tx1"/>
                </a:solidFill>
              </a:rPr>
              <a:t>Weapon</a:t>
            </a:r>
            <a:r>
              <a:rPr lang="en-US" sz="1200" b="1" dirty="0">
                <a:solidFill>
                  <a:schemeClr val="tx1"/>
                </a:solidFill>
              </a:rPr>
              <a:t> (It stores the player's name)</a:t>
            </a:r>
            <a:endParaRPr sz="1200" b="1" dirty="0">
              <a:solidFill>
                <a:schemeClr val="tx1"/>
              </a:solidFill>
            </a:endParaRPr>
          </a:p>
          <a:p>
            <a:endParaRPr sz="1200" b="1" dirty="0">
              <a:solidFill>
                <a:schemeClr val="tx1"/>
              </a:solidFill>
            </a:endParaRPr>
          </a:p>
          <a:p>
            <a:r>
              <a:rPr sz="1200" b="1" dirty="0">
                <a:solidFill>
                  <a:schemeClr val="tx1"/>
                </a:solidFill>
              </a:rPr>
              <a:t>Methods:</a:t>
            </a:r>
          </a:p>
          <a:p>
            <a:r>
              <a:rPr sz="1200" b="1" dirty="0">
                <a:solidFill>
                  <a:schemeClr val="tx1"/>
                </a:solidFill>
              </a:rPr>
              <a:t>• Attack</a:t>
            </a:r>
            <a:r>
              <a:rPr sz="1200" b="1" dirty="0" smtClean="0">
                <a:solidFill>
                  <a:schemeClr val="tx1"/>
                </a:solidFill>
              </a:rPr>
              <a:t>()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US" sz="1200" b="1" dirty="0" smtClean="0">
                <a:solidFill>
                  <a:schemeClr val="tx1"/>
                </a:solidFill>
              </a:rPr>
              <a:t>.This method is used for </a:t>
            </a:r>
            <a:r>
              <a:rPr lang="en-US" sz="1200" b="1" dirty="0">
                <a:solidFill>
                  <a:schemeClr val="tx1"/>
                </a:solidFill>
              </a:rPr>
              <a:t>fighting aliens</a:t>
            </a:r>
            <a:endParaRPr sz="1200" b="1" dirty="0">
              <a:solidFill>
                <a:schemeClr val="tx1"/>
              </a:solidFill>
            </a:endParaRPr>
          </a:p>
          <a:p>
            <a:r>
              <a:rPr sz="1200" b="1" dirty="0">
                <a:solidFill>
                  <a:schemeClr val="tx1"/>
                </a:solidFill>
              </a:rPr>
              <a:t>• Attack(</a:t>
            </a:r>
            <a:r>
              <a:rPr sz="1200" b="1" dirty="0" err="1">
                <a:solidFill>
                  <a:schemeClr val="tx1"/>
                </a:solidFill>
              </a:rPr>
              <a:t>int</a:t>
            </a:r>
            <a:r>
              <a:rPr sz="1200" b="1" dirty="0">
                <a:solidFill>
                  <a:schemeClr val="tx1"/>
                </a:solidFill>
              </a:rPr>
              <a:t> </a:t>
            </a:r>
            <a:r>
              <a:rPr sz="1200" b="1" dirty="0" err="1">
                <a:solidFill>
                  <a:schemeClr val="tx1"/>
                </a:solidFill>
              </a:rPr>
              <a:t>bonusDamage</a:t>
            </a:r>
            <a:r>
              <a:rPr sz="1200" b="1" dirty="0" smtClean="0">
                <a:solidFill>
                  <a:schemeClr val="tx1"/>
                </a:solidFill>
              </a:rPr>
              <a:t>)</a:t>
            </a:r>
            <a:r>
              <a:rPr lang="en-US" sz="1200" b="1" dirty="0" smtClean="0">
                <a:solidFill>
                  <a:schemeClr val="tx1"/>
                </a:solidFill>
              </a:rPr>
              <a:t>.This </a:t>
            </a:r>
            <a:r>
              <a:rPr lang="en-US" sz="1200" b="1" dirty="0" smtClean="0">
                <a:solidFill>
                  <a:schemeClr val="tx1"/>
                </a:solidFill>
              </a:rPr>
              <a:t> </a:t>
            </a:r>
            <a:r>
              <a:rPr lang="en-US" sz="1200" b="1" dirty="0">
                <a:solidFill>
                  <a:schemeClr val="tx1"/>
                </a:solidFill>
              </a:rPr>
              <a:t>method for special attack with extra damage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  <a:endParaRPr sz="1200" dirty="0">
              <a:solidFill>
                <a:schemeClr val="tx1"/>
              </a:solidFill>
            </a:endParaRPr>
          </a:p>
          <a:p>
            <a:r>
              <a:rPr sz="1200" b="1" dirty="0">
                <a:solidFill>
                  <a:schemeClr val="tx1"/>
                </a:solidFill>
              </a:rPr>
              <a:t>• </a:t>
            </a:r>
            <a:r>
              <a:rPr sz="1200" b="1" dirty="0" err="1">
                <a:solidFill>
                  <a:schemeClr val="tx1"/>
                </a:solidFill>
              </a:rPr>
              <a:t>ShowInfo</a:t>
            </a:r>
            <a:r>
              <a:rPr sz="1200" b="1" dirty="0" smtClean="0">
                <a:solidFill>
                  <a:schemeClr val="tx1"/>
                </a:solidFill>
              </a:rPr>
              <a:t>()</a:t>
            </a:r>
            <a:r>
              <a:rPr lang="en-US" sz="1200" dirty="0"/>
              <a:t> </a:t>
            </a:r>
            <a:r>
              <a:rPr lang="en-US" sz="1200" b="1" dirty="0">
                <a:solidFill>
                  <a:schemeClr val="tx1"/>
                </a:solidFill>
              </a:rPr>
              <a:t>The </a:t>
            </a:r>
            <a:r>
              <a:rPr lang="en-US" sz="1200" b="1" dirty="0" err="1">
                <a:solidFill>
                  <a:schemeClr val="tx1"/>
                </a:solidFill>
              </a:rPr>
              <a:t>ShowInfo</a:t>
            </a:r>
            <a:r>
              <a:rPr lang="en-US" sz="1200" b="1" dirty="0">
                <a:solidFill>
                  <a:schemeClr val="tx1"/>
                </a:solidFill>
              </a:rPr>
              <a:t>() method is used to display the player's information, such as name, health, spaceship, fuel, energy, and weapon</a:t>
            </a:r>
            <a:endParaRPr sz="1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Spaceship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5970" y="2489200"/>
            <a:ext cx="6345260" cy="3530600"/>
          </a:xfrm>
        </p:spPr>
        <p:txBody>
          <a:bodyPr>
            <a:normAutofit/>
          </a:bodyPr>
          <a:lstStyle/>
          <a:p>
            <a:r>
              <a:rPr sz="1200" b="1" dirty="0">
                <a:solidFill>
                  <a:schemeClr val="tx1"/>
                </a:solidFill>
              </a:rPr>
              <a:t>Purpose: Represents the player's spacecraft</a:t>
            </a:r>
          </a:p>
          <a:p>
            <a:endParaRPr sz="1200" b="1" dirty="0">
              <a:solidFill>
                <a:schemeClr val="tx1"/>
              </a:solidFill>
            </a:endParaRPr>
          </a:p>
          <a:p>
            <a:r>
              <a:rPr sz="1200" b="1" dirty="0">
                <a:solidFill>
                  <a:schemeClr val="tx1"/>
                </a:solidFill>
              </a:rPr>
              <a:t>Properties:</a:t>
            </a:r>
          </a:p>
          <a:p>
            <a:r>
              <a:rPr sz="1200" b="1" dirty="0">
                <a:solidFill>
                  <a:schemeClr val="tx1"/>
                </a:solidFill>
              </a:rPr>
              <a:t>• </a:t>
            </a:r>
            <a:r>
              <a:rPr sz="1200" b="1" dirty="0" err="1" smtClean="0">
                <a:solidFill>
                  <a:schemeClr val="tx1"/>
                </a:solidFill>
              </a:rPr>
              <a:t>ShipName</a:t>
            </a:r>
            <a:r>
              <a:rPr lang="en-US" sz="1200" b="1" dirty="0" smtClean="0">
                <a:solidFill>
                  <a:schemeClr val="tx1"/>
                </a:solidFill>
              </a:rPr>
              <a:t> (</a:t>
            </a:r>
            <a:r>
              <a:rPr lang="en-US" sz="1200" b="1" dirty="0">
                <a:solidFill>
                  <a:schemeClr val="tx1"/>
                </a:solidFill>
              </a:rPr>
              <a:t>stores the ship name, fuel, and </a:t>
            </a:r>
            <a:r>
              <a:rPr lang="en-US" sz="1200" b="1" dirty="0" smtClean="0">
                <a:solidFill>
                  <a:schemeClr val="tx1"/>
                </a:solidFill>
              </a:rPr>
              <a:t>energy</a:t>
            </a:r>
            <a:r>
              <a:rPr lang="en-US" sz="1200" b="1" dirty="0">
                <a:solidFill>
                  <a:schemeClr val="tx1"/>
                </a:solidFill>
              </a:rPr>
              <a:t>)</a:t>
            </a:r>
            <a:endParaRPr sz="1200" b="1" dirty="0">
              <a:solidFill>
                <a:schemeClr val="tx1"/>
              </a:solidFill>
            </a:endParaRPr>
          </a:p>
          <a:p>
            <a:r>
              <a:rPr sz="1200" b="1" dirty="0">
                <a:solidFill>
                  <a:schemeClr val="tx1"/>
                </a:solidFill>
              </a:rPr>
              <a:t>• </a:t>
            </a:r>
            <a:r>
              <a:rPr sz="1200" b="1" dirty="0" smtClean="0">
                <a:solidFill>
                  <a:schemeClr val="tx1"/>
                </a:solidFill>
              </a:rPr>
              <a:t>Fuel</a:t>
            </a:r>
            <a:r>
              <a:rPr lang="en-US" sz="1200" b="1" dirty="0" smtClean="0">
                <a:solidFill>
                  <a:schemeClr val="tx1"/>
                </a:solidFill>
              </a:rPr>
              <a:t> </a:t>
            </a:r>
            <a:r>
              <a:rPr lang="en-US" sz="1200" b="1" dirty="0" smtClean="0">
                <a:solidFill>
                  <a:schemeClr val="tx1"/>
                </a:solidFill>
              </a:rPr>
              <a:t>(</a:t>
            </a:r>
            <a:r>
              <a:rPr lang="en-US" sz="1200" b="1" dirty="0">
                <a:solidFill>
                  <a:schemeClr val="tx1"/>
                </a:solidFill>
              </a:rPr>
              <a:t>stores the ship </a:t>
            </a:r>
            <a:r>
              <a:rPr lang="en-US" sz="1200" b="1" dirty="0" smtClean="0">
                <a:solidFill>
                  <a:schemeClr val="tx1"/>
                </a:solidFill>
              </a:rPr>
              <a:t>fuel)</a:t>
            </a:r>
            <a:endParaRPr lang="en-US" sz="1200" b="1" dirty="0">
              <a:solidFill>
                <a:schemeClr val="tx1"/>
              </a:solidFill>
            </a:endParaRPr>
          </a:p>
          <a:p>
            <a:r>
              <a:rPr sz="1200" b="1" dirty="0" smtClean="0">
                <a:solidFill>
                  <a:schemeClr val="tx1"/>
                </a:solidFill>
              </a:rPr>
              <a:t>• Energy</a:t>
            </a:r>
            <a:r>
              <a:rPr lang="en-US" sz="1200" b="1" dirty="0" smtClean="0">
                <a:solidFill>
                  <a:schemeClr val="tx1"/>
                </a:solidFill>
              </a:rPr>
              <a:t> </a:t>
            </a:r>
            <a:r>
              <a:rPr lang="en-US" sz="1200" b="1" dirty="0" smtClean="0">
                <a:solidFill>
                  <a:schemeClr val="tx1"/>
                </a:solidFill>
              </a:rPr>
              <a:t>(</a:t>
            </a:r>
            <a:r>
              <a:rPr lang="en-US" sz="1200" b="1" dirty="0">
                <a:solidFill>
                  <a:schemeClr val="tx1"/>
                </a:solidFill>
              </a:rPr>
              <a:t>stores the </a:t>
            </a:r>
            <a:r>
              <a:rPr lang="en-US" sz="1200" b="1" dirty="0" smtClean="0">
                <a:solidFill>
                  <a:schemeClr val="tx1"/>
                </a:solidFill>
              </a:rPr>
              <a:t>energy)</a:t>
            </a:r>
          </a:p>
          <a:p>
            <a:endParaRPr sz="1200" b="1" dirty="0">
              <a:solidFill>
                <a:schemeClr val="tx1"/>
              </a:solidFill>
            </a:endParaRPr>
          </a:p>
          <a:p>
            <a:r>
              <a:rPr sz="1200" b="1" dirty="0">
                <a:solidFill>
                  <a:schemeClr val="tx1"/>
                </a:solidFill>
              </a:rPr>
              <a:t>Features:</a:t>
            </a:r>
          </a:p>
          <a:p>
            <a:r>
              <a:rPr sz="1200" b="1" dirty="0">
                <a:solidFill>
                  <a:schemeClr val="tx1"/>
                </a:solidFill>
              </a:rPr>
              <a:t>• Default </a:t>
            </a:r>
            <a:r>
              <a:rPr sz="1200" b="1" dirty="0" smtClean="0">
                <a:solidFill>
                  <a:schemeClr val="tx1"/>
                </a:solidFill>
              </a:rPr>
              <a:t>Constructor</a:t>
            </a:r>
            <a:r>
              <a:rPr lang="en-US" sz="1200" b="1" dirty="0" smtClean="0">
                <a:solidFill>
                  <a:schemeClr val="tx1"/>
                </a:solidFill>
              </a:rPr>
              <a:t> </a:t>
            </a:r>
          </a:p>
          <a:p>
            <a:r>
              <a:rPr sz="1200" b="1" dirty="0" smtClean="0">
                <a:solidFill>
                  <a:schemeClr val="tx1"/>
                </a:solidFill>
              </a:rPr>
              <a:t>• </a:t>
            </a:r>
            <a:r>
              <a:rPr sz="1200" b="1" dirty="0">
                <a:solidFill>
                  <a:schemeClr val="tx1"/>
                </a:solidFill>
              </a:rPr>
              <a:t>Constructor </a:t>
            </a:r>
            <a:r>
              <a:rPr sz="1200" b="1" dirty="0" smtClean="0">
                <a:solidFill>
                  <a:schemeClr val="tx1"/>
                </a:solidFill>
              </a:rPr>
              <a:t>Overloading</a:t>
            </a:r>
            <a:r>
              <a:rPr lang="en-US" sz="1200" b="1" dirty="0">
                <a:solidFill>
                  <a:schemeClr val="tx1"/>
                </a:solidFill>
              </a:rPr>
              <a:t> to create different spaceships.</a:t>
            </a:r>
            <a:endParaRPr sz="1200" b="1" dirty="0">
              <a:solidFill>
                <a:schemeClr val="tx1"/>
              </a:solidFill>
            </a:endParaRPr>
          </a:p>
          <a:p>
            <a:r>
              <a:rPr sz="1200" b="1" dirty="0">
                <a:solidFill>
                  <a:schemeClr val="tx1"/>
                </a:solidFill>
              </a:rPr>
              <a:t>• Copy </a:t>
            </a:r>
            <a:r>
              <a:rPr sz="1200" b="1" dirty="0" smtClean="0">
                <a:solidFill>
                  <a:schemeClr val="tx1"/>
                </a:solidFill>
              </a:rPr>
              <a:t>Constructor</a:t>
            </a:r>
            <a:r>
              <a:rPr lang="en-US" sz="1200" b="1" dirty="0" smtClean="0">
                <a:solidFill>
                  <a:schemeClr val="tx1"/>
                </a:solidFill>
              </a:rPr>
              <a:t> </a:t>
            </a:r>
            <a:r>
              <a:rPr lang="en-US" sz="1200" b="1" dirty="0">
                <a:solidFill>
                  <a:schemeClr val="tx1"/>
                </a:solidFill>
              </a:rPr>
              <a:t>to make a copy of an existing spaceship</a:t>
            </a:r>
            <a:r>
              <a:rPr lang="en-US" sz="1200" b="1" dirty="0"/>
              <a:t>.</a:t>
            </a:r>
            <a:endParaRPr sz="1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Alien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566554" cy="3592818"/>
          </a:xfrm>
        </p:spPr>
        <p:txBody>
          <a:bodyPr>
            <a:noAutofit/>
          </a:bodyPr>
          <a:lstStyle/>
          <a:p>
            <a:r>
              <a:rPr sz="1200" b="1" dirty="0"/>
              <a:t>Purpose: Represents enemy aliens</a:t>
            </a:r>
          </a:p>
          <a:p>
            <a:endParaRPr sz="1200" b="1" dirty="0"/>
          </a:p>
          <a:p>
            <a:r>
              <a:rPr sz="1200" b="1" dirty="0"/>
              <a:t>Properties:</a:t>
            </a:r>
          </a:p>
          <a:p>
            <a:r>
              <a:rPr sz="1200" b="1" dirty="0"/>
              <a:t>• </a:t>
            </a:r>
            <a:r>
              <a:rPr sz="1200" b="1" dirty="0" smtClean="0"/>
              <a:t>Name</a:t>
            </a:r>
            <a:r>
              <a:rPr lang="en-US" sz="1200" b="1" dirty="0" smtClean="0"/>
              <a:t> (</a:t>
            </a:r>
            <a:r>
              <a:rPr lang="en-US" sz="1200" b="1" dirty="0"/>
              <a:t>It stores the alien's </a:t>
            </a:r>
            <a:r>
              <a:rPr lang="en-US" sz="1200" b="1" dirty="0" smtClean="0"/>
              <a:t>name)</a:t>
            </a:r>
            <a:endParaRPr sz="1200" b="1" dirty="0"/>
          </a:p>
          <a:p>
            <a:r>
              <a:rPr sz="1200" b="1" dirty="0"/>
              <a:t>• </a:t>
            </a:r>
            <a:r>
              <a:rPr sz="1200" b="1" dirty="0" smtClean="0"/>
              <a:t>Health</a:t>
            </a:r>
            <a:r>
              <a:rPr lang="en-US" sz="1200" b="1" dirty="0" smtClean="0"/>
              <a:t> (It </a:t>
            </a:r>
            <a:r>
              <a:rPr lang="en-US" sz="1200" b="1" dirty="0"/>
              <a:t>stores the alien's </a:t>
            </a:r>
            <a:r>
              <a:rPr lang="en-US" sz="1200" b="1" dirty="0" smtClean="0"/>
              <a:t>Health)</a:t>
            </a:r>
            <a:endParaRPr sz="1200" b="1" dirty="0"/>
          </a:p>
          <a:p>
            <a:r>
              <a:rPr sz="1200" b="1" dirty="0"/>
              <a:t>• </a:t>
            </a:r>
            <a:r>
              <a:rPr sz="1200" b="1" dirty="0" smtClean="0"/>
              <a:t>Damage</a:t>
            </a:r>
            <a:r>
              <a:rPr lang="en-US" sz="1200" b="1" dirty="0" smtClean="0"/>
              <a:t> (</a:t>
            </a:r>
            <a:r>
              <a:rPr lang="en-US" sz="1200" b="1" dirty="0"/>
              <a:t>It stores the alien's </a:t>
            </a:r>
            <a:r>
              <a:rPr lang="en-US" sz="1200" b="1" dirty="0" smtClean="0"/>
              <a:t>Damage)</a:t>
            </a:r>
            <a:endParaRPr sz="1200" b="1" dirty="0"/>
          </a:p>
          <a:p>
            <a:endParaRPr sz="1200" b="1" dirty="0"/>
          </a:p>
          <a:p>
            <a:r>
              <a:rPr sz="1200" b="1" dirty="0"/>
              <a:t>Methods:</a:t>
            </a:r>
          </a:p>
          <a:p>
            <a:r>
              <a:rPr sz="1200" b="1" dirty="0" smtClean="0"/>
              <a:t> </a:t>
            </a:r>
            <a:r>
              <a:rPr sz="1200" b="1" dirty="0"/>
              <a:t>Attack</a:t>
            </a:r>
            <a:r>
              <a:rPr sz="1200" b="1" dirty="0" smtClean="0"/>
              <a:t>()</a:t>
            </a:r>
            <a:r>
              <a:rPr lang="en-US" sz="1200" dirty="0"/>
              <a:t> </a:t>
            </a:r>
            <a:r>
              <a:rPr lang="en-US" sz="1200" b="1" dirty="0"/>
              <a:t>to attack the player </a:t>
            </a:r>
            <a:endParaRPr sz="1200" b="1" dirty="0"/>
          </a:p>
          <a:p>
            <a:r>
              <a:rPr sz="1200" b="1" dirty="0" err="1" smtClean="0"/>
              <a:t>TakeDamage</a:t>
            </a:r>
            <a:r>
              <a:rPr sz="1200" b="1" dirty="0" smtClean="0"/>
              <a:t>()</a:t>
            </a:r>
            <a:r>
              <a:rPr lang="en-US" sz="1200" b="1" dirty="0"/>
              <a:t> to receive damage.</a:t>
            </a:r>
            <a:endParaRPr sz="1200" b="1" dirty="0"/>
          </a:p>
          <a:p>
            <a:r>
              <a:rPr sz="1200" b="1" dirty="0" err="1" smtClean="0"/>
              <a:t>ShowInfo</a:t>
            </a:r>
            <a:r>
              <a:rPr sz="1200" b="1" dirty="0" smtClean="0"/>
              <a:t>()</a:t>
            </a:r>
            <a:r>
              <a:rPr lang="en-US" sz="1200" b="1" dirty="0" smtClean="0"/>
              <a:t> to show the info .</a:t>
            </a:r>
            <a:endParaRPr sz="1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Weapon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200" b="1" dirty="0"/>
              <a:t>Purpose: Represents weapons used in battle</a:t>
            </a:r>
          </a:p>
          <a:p>
            <a:endParaRPr sz="1200" b="1" dirty="0"/>
          </a:p>
          <a:p>
            <a:r>
              <a:rPr sz="1200" b="1" dirty="0"/>
              <a:t>Properties:</a:t>
            </a:r>
          </a:p>
          <a:p>
            <a:r>
              <a:rPr sz="1200" b="1" dirty="0"/>
              <a:t>• </a:t>
            </a:r>
            <a:r>
              <a:rPr sz="1200" b="1" dirty="0" err="1" smtClean="0"/>
              <a:t>WeaponName</a:t>
            </a:r>
            <a:r>
              <a:rPr lang="en-US" sz="1200" b="1" dirty="0" smtClean="0"/>
              <a:t> (</a:t>
            </a:r>
            <a:r>
              <a:rPr lang="en-US" sz="1200" b="1" dirty="0"/>
              <a:t>stores the weapon name</a:t>
            </a:r>
            <a:r>
              <a:rPr lang="en-US" sz="1200" b="1" dirty="0" smtClean="0"/>
              <a:t>)</a:t>
            </a:r>
            <a:endParaRPr sz="1200" b="1" dirty="0"/>
          </a:p>
          <a:p>
            <a:r>
              <a:rPr sz="1200" b="1" dirty="0"/>
              <a:t>• </a:t>
            </a:r>
            <a:r>
              <a:rPr sz="1200" b="1" dirty="0" smtClean="0"/>
              <a:t>Damage</a:t>
            </a:r>
            <a:r>
              <a:rPr lang="en-US" sz="1200" b="1" dirty="0" smtClean="0"/>
              <a:t> (</a:t>
            </a:r>
            <a:r>
              <a:rPr lang="en-US" sz="1200" b="1" dirty="0"/>
              <a:t>stores the weapon </a:t>
            </a:r>
            <a:r>
              <a:rPr lang="en-US" sz="1200" b="1" dirty="0" smtClean="0"/>
              <a:t>damage)</a:t>
            </a:r>
            <a:endParaRPr sz="1200" b="1" dirty="0"/>
          </a:p>
          <a:p>
            <a:endParaRPr sz="1200" b="1" dirty="0"/>
          </a:p>
          <a:p>
            <a:r>
              <a:rPr sz="1200" b="1" dirty="0"/>
              <a:t>Features:</a:t>
            </a:r>
          </a:p>
          <a:p>
            <a:r>
              <a:rPr sz="1200" b="1" dirty="0"/>
              <a:t>• Operator Overloading ( &gt; , &lt; </a:t>
            </a:r>
            <a:r>
              <a:rPr sz="1200" b="1" dirty="0" smtClean="0"/>
              <a:t>)</a:t>
            </a:r>
            <a:r>
              <a:rPr lang="en-US" sz="1200" b="1" dirty="0"/>
              <a:t> to compare two weapons based on their damage.</a:t>
            </a:r>
          </a:p>
          <a:p>
            <a:r>
              <a:rPr lang="en-US" sz="1200" b="1" dirty="0"/>
              <a:t>For example, we can compare the Rocket and Laser to find which weapon is stronger.</a:t>
            </a:r>
          </a:p>
          <a:p>
            <a:endParaRPr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Planet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200" b="1" dirty="0"/>
              <a:t>Purpose: Represents planets for exploration</a:t>
            </a:r>
          </a:p>
          <a:p>
            <a:r>
              <a:rPr lang="en-US" sz="1200" b="1" dirty="0"/>
              <a:t>to store the name of each planet</a:t>
            </a:r>
            <a:r>
              <a:rPr lang="en-US" sz="1200" b="1" dirty="0" smtClean="0"/>
              <a:t>.</a:t>
            </a:r>
          </a:p>
          <a:p>
            <a:endParaRPr sz="1200" b="1" dirty="0"/>
          </a:p>
          <a:p>
            <a:r>
              <a:rPr sz="1200" b="1" dirty="0"/>
              <a:t>Methods:</a:t>
            </a:r>
          </a:p>
          <a:p>
            <a:r>
              <a:rPr sz="1200" b="1" dirty="0"/>
              <a:t>• Explore</a:t>
            </a:r>
            <a:r>
              <a:rPr sz="1200" b="1" dirty="0" smtClean="0"/>
              <a:t>()</a:t>
            </a:r>
            <a:r>
              <a:rPr lang="en-US" sz="1200" b="1" dirty="0"/>
              <a:t> method allows the player to travel to a </a:t>
            </a:r>
            <a:r>
              <a:rPr lang="en-US" sz="1200" b="1" dirty="0" smtClean="0"/>
              <a:t>planet</a:t>
            </a:r>
            <a:endParaRPr sz="1200" b="1" dirty="0"/>
          </a:p>
          <a:p>
            <a:r>
              <a:rPr sz="1200" b="1" dirty="0"/>
              <a:t>• </a:t>
            </a:r>
            <a:r>
              <a:rPr sz="1200" b="1" dirty="0" err="1"/>
              <a:t>CollectResource</a:t>
            </a:r>
            <a:r>
              <a:rPr sz="1200" b="1" dirty="0" smtClean="0"/>
              <a:t>()</a:t>
            </a:r>
            <a:r>
              <a:rPr lang="en-US" sz="1200" dirty="0"/>
              <a:t> </a:t>
            </a:r>
            <a:r>
              <a:rPr lang="en-US" sz="1200" b="1" dirty="0"/>
              <a:t>method is used to collect resources from the planet.</a:t>
            </a:r>
            <a:endParaRPr sz="1200" b="1" dirty="0"/>
          </a:p>
          <a:p>
            <a:endParaRPr sz="1200" b="1" dirty="0"/>
          </a:p>
          <a:p>
            <a:r>
              <a:rPr sz="1200" b="1" dirty="0"/>
              <a:t>Planets:</a:t>
            </a:r>
          </a:p>
          <a:p>
            <a:r>
              <a:rPr sz="1200" b="1" dirty="0"/>
              <a:t>• Mars</a:t>
            </a:r>
          </a:p>
          <a:p>
            <a:r>
              <a:rPr sz="1200" b="1" dirty="0"/>
              <a:t>• Jupiter</a:t>
            </a:r>
          </a:p>
          <a:p>
            <a:r>
              <a:rPr sz="1200" b="1" dirty="0"/>
              <a:t>• Saturn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Inventory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200" b="1" dirty="0"/>
              <a:t>Purpose: Stores collected resources</a:t>
            </a:r>
          </a:p>
          <a:p>
            <a:endParaRPr sz="1200" b="1" dirty="0"/>
          </a:p>
          <a:p>
            <a:r>
              <a:rPr sz="1200" b="1" dirty="0"/>
              <a:t>Methods:</a:t>
            </a:r>
          </a:p>
          <a:p>
            <a:r>
              <a:rPr sz="1200" b="1" dirty="0"/>
              <a:t>• </a:t>
            </a:r>
            <a:r>
              <a:rPr sz="1200" b="1" dirty="0" err="1"/>
              <a:t>AddItem</a:t>
            </a:r>
            <a:r>
              <a:rPr sz="1200" b="1" dirty="0" smtClean="0"/>
              <a:t>()</a:t>
            </a:r>
            <a:r>
              <a:rPr lang="en-US" sz="1200" b="1" dirty="0"/>
              <a:t> method is used to add new items to the inventory.</a:t>
            </a:r>
            <a:endParaRPr sz="1200" b="1" dirty="0"/>
          </a:p>
          <a:p>
            <a:r>
              <a:rPr sz="1200" b="1" dirty="0"/>
              <a:t>• </a:t>
            </a:r>
            <a:r>
              <a:rPr sz="1200" b="1" dirty="0" err="1"/>
              <a:t>ShowItems</a:t>
            </a:r>
            <a:r>
              <a:rPr sz="1200" b="1" dirty="0" smtClean="0"/>
              <a:t>()</a:t>
            </a:r>
            <a:r>
              <a:rPr lang="en-US" sz="1200" b="1" dirty="0"/>
              <a:t> method displays all the items currently stored in the inventory</a:t>
            </a:r>
            <a:r>
              <a:rPr lang="en-US" sz="1200" b="1" dirty="0" smtClean="0"/>
              <a:t>.</a:t>
            </a:r>
          </a:p>
          <a:p>
            <a:r>
              <a:rPr lang="en-US" sz="1200" b="1" dirty="0"/>
              <a:t>If the inventory reaches its maximum capacity, it shows Inventory Full.</a:t>
            </a:r>
            <a:endParaRPr sz="1200" b="1" dirty="0"/>
          </a:p>
          <a:p>
            <a:endParaRPr sz="1200" b="1" dirty="0"/>
          </a:p>
          <a:p>
            <a:r>
              <a:rPr sz="1200" b="1" dirty="0"/>
              <a:t>Items:</a:t>
            </a:r>
          </a:p>
          <a:p>
            <a:r>
              <a:rPr sz="1200" b="1" dirty="0"/>
              <a:t>• Fuel Cell</a:t>
            </a:r>
          </a:p>
          <a:p>
            <a:r>
              <a:rPr sz="1200" b="1" dirty="0"/>
              <a:t>• Energy Pack</a:t>
            </a:r>
          </a:p>
          <a:p>
            <a:r>
              <a:rPr sz="1200" b="1" dirty="0"/>
              <a:t>• Mars Crystal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Attack </a:t>
            </a:r>
            <a:r>
              <a:rPr dirty="0"/>
              <a:t>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200" b="1" dirty="0"/>
              <a:t>Purpose: Provides attack functionality</a:t>
            </a:r>
          </a:p>
          <a:p>
            <a:endParaRPr sz="1200" b="1" dirty="0"/>
          </a:p>
          <a:p>
            <a:r>
              <a:rPr sz="1200" b="1" dirty="0"/>
              <a:t>Method:</a:t>
            </a:r>
          </a:p>
          <a:p>
            <a:r>
              <a:rPr sz="1200" b="1" dirty="0"/>
              <a:t>• Attack</a:t>
            </a:r>
            <a:r>
              <a:rPr sz="1200" b="1" dirty="0" smtClean="0"/>
              <a:t>()</a:t>
            </a:r>
            <a:endParaRPr lang="en-US" sz="1200" b="1" dirty="0" smtClean="0"/>
          </a:p>
          <a:p>
            <a:r>
              <a:rPr lang="en-US" sz="1200" b="1" dirty="0"/>
              <a:t>It is used to make sure that a class implementing this interface must provide its own attack functionality</a:t>
            </a:r>
            <a:r>
              <a:rPr lang="en-US" sz="1200" b="1" dirty="0" smtClean="0"/>
              <a:t>.</a:t>
            </a:r>
          </a:p>
          <a:p>
            <a:endParaRPr sz="1200" b="1" dirty="0"/>
          </a:p>
          <a:p>
            <a:r>
              <a:rPr sz="1200" b="1" dirty="0"/>
              <a:t>Implemented By</a:t>
            </a:r>
            <a:r>
              <a:rPr sz="1200" b="1" dirty="0" smtClean="0"/>
              <a:t>:</a:t>
            </a:r>
            <a:endParaRPr sz="1200" b="1" dirty="0"/>
          </a:p>
          <a:p>
            <a:r>
              <a:rPr sz="1200" b="1" dirty="0"/>
              <a:t>• Player </a:t>
            </a:r>
            <a:r>
              <a:rPr sz="1200" b="1" dirty="0" smtClean="0"/>
              <a:t>Class</a:t>
            </a:r>
            <a:endParaRPr lang="en-US" sz="1200" b="1" dirty="0" smtClean="0"/>
          </a:p>
          <a:p>
            <a:r>
              <a:rPr lang="en-US" sz="1200" b="1" dirty="0" smtClean="0"/>
              <a:t>The player can use the attack()</a:t>
            </a:r>
            <a:r>
              <a:rPr lang="en-US" sz="1200" dirty="0"/>
              <a:t> </a:t>
            </a:r>
            <a:r>
              <a:rPr lang="en-US" sz="1200" b="1" dirty="0"/>
              <a:t>method to attack an alien using the selected weapon.</a:t>
            </a:r>
            <a:endParaRPr lang="en-US" sz="1200" b="1" dirty="0" smtClean="0"/>
          </a:p>
          <a:p>
            <a:endParaRPr sz="1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SpaceGame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200" b="1" dirty="0"/>
              <a:t>Purpose: Controls the game flow</a:t>
            </a:r>
          </a:p>
          <a:p>
            <a:endParaRPr sz="1200" b="1" dirty="0"/>
          </a:p>
          <a:p>
            <a:r>
              <a:rPr sz="1200" b="1" dirty="0"/>
              <a:t>Responsibilities:</a:t>
            </a:r>
          </a:p>
          <a:p>
            <a:r>
              <a:rPr sz="1200" b="1" dirty="0"/>
              <a:t>• Menu </a:t>
            </a:r>
            <a:r>
              <a:rPr sz="1200" b="1" dirty="0" smtClean="0"/>
              <a:t>System</a:t>
            </a:r>
            <a:r>
              <a:rPr lang="en-US" sz="1200" b="1" dirty="0" smtClean="0"/>
              <a:t> (where </a:t>
            </a:r>
            <a:r>
              <a:rPr lang="en-US" sz="1200" b="1" dirty="0"/>
              <a:t>the player can explore planets, collect resources, fight aliens, check inventory, compare weapons, and see the result</a:t>
            </a:r>
            <a:r>
              <a:rPr lang="en-US" sz="1200" b="1" dirty="0" smtClean="0"/>
              <a:t>.)</a:t>
            </a:r>
            <a:endParaRPr sz="1200" b="1" dirty="0"/>
          </a:p>
          <a:p>
            <a:r>
              <a:rPr sz="1200" b="1" dirty="0"/>
              <a:t>• Boss Battle</a:t>
            </a:r>
          </a:p>
          <a:p>
            <a:r>
              <a:rPr sz="1200" b="1" dirty="0"/>
              <a:t>• Victory Condition</a:t>
            </a:r>
          </a:p>
          <a:p>
            <a:pPr marL="0" indent="0">
              <a:buNone/>
            </a:pPr>
            <a:endParaRPr sz="1200" b="1" dirty="0"/>
          </a:p>
          <a:p>
            <a:r>
              <a:rPr sz="1200" b="1" dirty="0"/>
              <a:t>Static Members:</a:t>
            </a:r>
          </a:p>
          <a:p>
            <a:r>
              <a:rPr sz="1200" b="1" dirty="0"/>
              <a:t>• </a:t>
            </a:r>
            <a:r>
              <a:rPr sz="1200" b="1" dirty="0" err="1"/>
              <a:t>AlienDefeated</a:t>
            </a:r>
            <a:endParaRPr sz="1200" b="1" dirty="0"/>
          </a:p>
          <a:p>
            <a:r>
              <a:rPr sz="1200" b="1" dirty="0"/>
              <a:t>• </a:t>
            </a:r>
            <a:r>
              <a:rPr sz="1200" b="1" dirty="0" err="1"/>
              <a:t>ShowResult</a:t>
            </a:r>
            <a:r>
              <a:rPr sz="1200" b="1" dirty="0" smtClean="0"/>
              <a:t>()</a:t>
            </a:r>
            <a:r>
              <a:rPr lang="en-US" sz="1200" dirty="0"/>
              <a:t> </a:t>
            </a:r>
            <a:r>
              <a:rPr lang="en-US" sz="1200" b="1" dirty="0"/>
              <a:t>method displays the total number of aliens defeated</a:t>
            </a:r>
            <a:r>
              <a:rPr lang="en-US" sz="1200" dirty="0"/>
              <a:t>.</a:t>
            </a:r>
            <a:endParaRPr sz="1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237" y="2432807"/>
            <a:ext cx="7543800" cy="39176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===== SPACE BATTLE GAME </a:t>
            </a:r>
            <a:r>
              <a:rPr lang="en-US" sz="1200" b="1" dirty="0" smtClean="0">
                <a:solidFill>
                  <a:schemeClr val="tx1"/>
                </a:solidFill>
              </a:rPr>
              <a:t>=====</a:t>
            </a:r>
            <a:endParaRPr lang="en-US" sz="12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200" b="1" dirty="0" smtClean="0">
                <a:solidFill>
                  <a:schemeClr val="tx1"/>
                </a:solidFill>
              </a:rPr>
              <a:t>Select </a:t>
            </a:r>
            <a:r>
              <a:rPr lang="en-US" sz="1200" b="1" dirty="0">
                <a:solidFill>
                  <a:schemeClr val="tx1"/>
                </a:solidFill>
              </a:rPr>
              <a:t>Spaceship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1. Falcon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2. Destroyer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3. Titan</a:t>
            </a:r>
          </a:p>
          <a:p>
            <a:pPr marL="0" indent="0">
              <a:buNone/>
            </a:pPr>
            <a:r>
              <a:rPr lang="en-US" sz="1200" b="1" dirty="0" smtClean="0">
                <a:solidFill>
                  <a:schemeClr val="tx1"/>
                </a:solidFill>
              </a:rPr>
              <a:t>Choice</a:t>
            </a:r>
            <a:r>
              <a:rPr lang="en-US" sz="1200" b="1" dirty="0">
                <a:solidFill>
                  <a:schemeClr val="tx1"/>
                </a:solidFill>
              </a:rPr>
              <a:t>: </a:t>
            </a:r>
            <a:r>
              <a:rPr lang="en-US" sz="1200" b="1" dirty="0" smtClean="0">
                <a:solidFill>
                  <a:schemeClr val="tx1"/>
                </a:solidFill>
              </a:rPr>
              <a:t>1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Travelled to Mars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Fuel Left: </a:t>
            </a:r>
            <a:r>
              <a:rPr lang="en-US" sz="1200" b="1" dirty="0" smtClean="0">
                <a:solidFill>
                  <a:schemeClr val="tx1"/>
                </a:solidFill>
              </a:rPr>
              <a:t>80</a:t>
            </a:r>
            <a:endParaRPr lang="en-US" sz="12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Collected resources from Mars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Fuel Cell added to inventory</a:t>
            </a:r>
            <a:r>
              <a:rPr lang="en-US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8009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339" y="2474752"/>
            <a:ext cx="8137320" cy="220630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200" b="1" dirty="0"/>
          </a:p>
          <a:p>
            <a:r>
              <a:rPr lang="en-US" sz="1200" b="1" dirty="0"/>
              <a:t>We successfully made a Space Battle Game using C# and OOP. </a:t>
            </a:r>
          </a:p>
          <a:p>
            <a:r>
              <a:rPr lang="en-US" sz="1200" b="1" dirty="0"/>
              <a:t>We used different OOP concepts in the project. </a:t>
            </a:r>
          </a:p>
          <a:p>
            <a:r>
              <a:rPr lang="en-US" sz="1200" b="1" dirty="0"/>
              <a:t>Players can explore, collect items, and fight aliens. </a:t>
            </a:r>
          </a:p>
          <a:p>
            <a:r>
              <a:rPr lang="en-US" sz="1200" b="1" dirty="0"/>
              <a:t>The game ends by defeating the final boss. </a:t>
            </a:r>
          </a:p>
          <a:p>
            <a:r>
              <a:rPr lang="en-US" sz="1200" b="1" dirty="0"/>
              <a:t>This project helped us understand OOP better</a:t>
            </a:r>
            <a:r>
              <a:rPr lang="en-US" sz="1200" b="1" dirty="0" smtClean="0"/>
              <a:t>.</a:t>
            </a:r>
            <a:r>
              <a:rPr lang="en-US" sz="1200" b="1" dirty="0" smtClean="0"/>
              <a:t>.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767725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Thank You</a:t>
            </a:r>
          </a:p>
        </p:txBody>
      </p:sp>
      <p:pic>
        <p:nvPicPr>
          <p:cNvPr id="4" name="Content Placeholder 3" descr="Thank You - Free of Charge Creative Commons Post it Note image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461" y="2365705"/>
            <a:ext cx="6442743" cy="429516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213</TotalTime>
  <Words>771</Words>
  <Application>Microsoft Office PowerPoint</Application>
  <PresentationFormat>On-screen Show (4:3)</PresentationFormat>
  <Paragraphs>144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Century Gothic</vt:lpstr>
      <vt:lpstr>Wingdings 3</vt:lpstr>
      <vt:lpstr>Ion Boardroom</vt:lpstr>
      <vt:lpstr>Space Battle Game</vt:lpstr>
      <vt:lpstr>Introduction and Objective</vt:lpstr>
      <vt:lpstr>Character (Abstract Class)</vt:lpstr>
      <vt:lpstr>Player Class</vt:lpstr>
      <vt:lpstr>Spaceship Class</vt:lpstr>
      <vt:lpstr>Alien Class</vt:lpstr>
      <vt:lpstr>Weapon Class</vt:lpstr>
      <vt:lpstr>Planet Class</vt:lpstr>
      <vt:lpstr>Inventory Class</vt:lpstr>
      <vt:lpstr>Attack Interface</vt:lpstr>
      <vt:lpstr>SpaceGame Class</vt:lpstr>
      <vt:lpstr>Sample Output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 Battle Game</dc:title>
  <dc:subject/>
  <dc:creator>Admin</dc:creator>
  <cp:keywords/>
  <dc:description>generated using python-pptx</dc:description>
  <cp:lastModifiedBy>Admin</cp:lastModifiedBy>
  <cp:revision>25</cp:revision>
  <cp:lastPrinted>2026-08-18T16:26:11Z</cp:lastPrinted>
  <dcterms:created xsi:type="dcterms:W3CDTF">2013-01-27T09:14:16Z</dcterms:created>
  <dcterms:modified xsi:type="dcterms:W3CDTF">2026-08-18T16:27:14Z</dcterms:modified>
  <cp:category/>
</cp:coreProperties>
</file>